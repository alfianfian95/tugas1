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8" r:id="rId2"/>
    <p:sldId id="257" r:id="rId3"/>
    <p:sldId id="256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570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06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75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457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331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8225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74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4746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4797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8082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1481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9631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88300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8753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78981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34749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769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2F8BFF7-FB70-4E64-B7AD-18295462315B}" type="datetimeFigureOut">
              <a:rPr lang="id-ID" smtClean="0"/>
              <a:t>23/03/2019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id-ID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5D3F10E-FC12-411B-AD7B-D6846B56E7D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85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62" y="777025"/>
            <a:ext cx="8596668" cy="1979054"/>
          </a:xfrm>
        </p:spPr>
        <p:txBody>
          <a:bodyPr>
            <a:noAutofit/>
          </a:bodyPr>
          <a:lstStyle/>
          <a:p>
            <a:pPr algn="ctr"/>
            <a:r>
              <a:rPr lang="id-ID" sz="13800" dirty="0" smtClean="0"/>
              <a:t>PYTHON</a:t>
            </a:r>
            <a:br>
              <a:rPr lang="id-ID" sz="13800" dirty="0" smtClean="0"/>
            </a:br>
            <a:endParaRPr lang="id-ID" sz="6000" dirty="0"/>
          </a:p>
        </p:txBody>
      </p:sp>
    </p:spTree>
    <p:extLst>
      <p:ext uri="{BB962C8B-B14F-4D97-AF65-F5344CB8AC3E}">
        <p14:creationId xmlns:p14="http://schemas.microsoft.com/office/powerpoint/2010/main" val="333099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499" y="568146"/>
            <a:ext cx="6353175" cy="27417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153" y="3490175"/>
            <a:ext cx="6438900" cy="278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7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8" y="1485631"/>
            <a:ext cx="9172575" cy="1104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90" y="2876483"/>
            <a:ext cx="9144000" cy="409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90" y="3598303"/>
            <a:ext cx="9162178" cy="2390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0766" y="772733"/>
            <a:ext cx="6954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Install PIP pada python mengunakan CMD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3084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</a:t>
            </a:r>
            <a:r>
              <a:rPr lang="id-ID" dirty="0" smtClean="0"/>
              <a:t>ef</a:t>
            </a:r>
            <a:endParaRPr lang="id-ID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087451" y="3695827"/>
            <a:ext cx="54874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def salam():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print ("Hello, Selamat Pagi“)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salam()</a:t>
            </a:r>
            <a:r>
              <a:rPr kumimoji="0" lang="id-ID" altLang="id-ID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d-ID" altLang="id-ID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13645" y="2226102"/>
            <a:ext cx="67569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Fungsi dalam Python didefinisikan menggunakan kata kunci </a:t>
            </a: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def</a:t>
            </a: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Setelah </a:t>
            </a: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def</a:t>
            </a: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ada nama pengenal fungsi diikut dengan parameter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yang diapit oleh tanda kurung dan diakhir dingan tanda titik dua </a:t>
            </a:r>
            <a:r>
              <a:rPr kumimoji="0" lang="id-ID" altLang="id-ID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</a:t>
            </a:r>
            <a:endParaRPr kumimoji="0" lang="id-ID" altLang="id-ID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19707" y="3387143"/>
            <a:ext cx="10929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200" dirty="0" smtClean="0"/>
              <a:t>Contoh:</a:t>
            </a:r>
            <a:endParaRPr lang="id-ID" sz="2200" dirty="0"/>
          </a:p>
        </p:txBody>
      </p:sp>
    </p:spTree>
    <p:extLst>
      <p:ext uri="{BB962C8B-B14F-4D97-AF65-F5344CB8AC3E}">
        <p14:creationId xmlns:p14="http://schemas.microsoft.com/office/powerpoint/2010/main" val="1773794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float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id-ID" dirty="0" smtClean="0"/>
          </a:p>
          <a:p>
            <a:pPr marL="0" indent="0">
              <a:buNone/>
            </a:pPr>
            <a:r>
              <a:rPr lang="id-ID" dirty="0" smtClean="0"/>
              <a:t>CONTOH :</a:t>
            </a:r>
            <a:endParaRPr lang="id-ID" dirty="0"/>
          </a:p>
          <a:p>
            <a:pPr marL="0" indent="0">
              <a:buNone/>
            </a:pPr>
            <a:r>
              <a:rPr lang="id-ID" dirty="0" smtClean="0"/>
              <a:t># </a:t>
            </a:r>
            <a:r>
              <a:rPr lang="id-ID" dirty="0"/>
              <a:t>for </a:t>
            </a:r>
            <a:r>
              <a:rPr lang="id-ID" dirty="0" smtClean="0"/>
              <a:t>float integer </a:t>
            </a:r>
          </a:p>
          <a:p>
            <a:pPr marL="0" indent="0">
              <a:buNone/>
            </a:pPr>
            <a:r>
              <a:rPr lang="id-ID" dirty="0" smtClean="0"/>
              <a:t>print(float(7))</a:t>
            </a:r>
            <a:endParaRPr lang="id-ID" dirty="0" smtClean="0"/>
          </a:p>
          <a:p>
            <a:pPr marL="0" indent="0">
              <a:buNone/>
            </a:pPr>
            <a:endParaRPr lang="id-ID" dirty="0" smtClean="0"/>
          </a:p>
          <a:p>
            <a:pPr marL="0" indent="0">
              <a:buNone/>
            </a:pPr>
            <a:r>
              <a:rPr lang="id-ID" dirty="0" smtClean="0"/>
              <a:t># </a:t>
            </a:r>
            <a:r>
              <a:rPr lang="id-ID" dirty="0"/>
              <a:t>for float </a:t>
            </a:r>
            <a:r>
              <a:rPr lang="id-ID" dirty="0" smtClean="0"/>
              <a:t>string </a:t>
            </a:r>
            <a:endParaRPr lang="id-ID" dirty="0"/>
          </a:p>
          <a:p>
            <a:pPr marL="0" indent="0">
              <a:buNone/>
            </a:pPr>
            <a:r>
              <a:rPr lang="id-ID" dirty="0" smtClean="0"/>
              <a:t>print(float(12.55))</a:t>
            </a:r>
            <a:endParaRPr lang="id-ID" dirty="0" smtClean="0"/>
          </a:p>
          <a:p>
            <a:pPr marL="0" indent="0">
              <a:buNone/>
            </a:pPr>
            <a:r>
              <a:rPr lang="id-ID" dirty="0" smtClean="0"/>
              <a:t>print(float</a:t>
            </a:r>
            <a:r>
              <a:rPr lang="id-ID" dirty="0" smtClean="0"/>
              <a:t>(“-13.85"))</a:t>
            </a:r>
            <a:endParaRPr lang="id-ID" dirty="0" smtClean="0"/>
          </a:p>
          <a:p>
            <a:pPr marL="0" indent="0">
              <a:buNone/>
            </a:pPr>
            <a:endParaRPr lang="id-ID" dirty="0" smtClean="0"/>
          </a:p>
          <a:p>
            <a:pPr marL="0" indent="0">
              <a:buNone/>
            </a:pPr>
            <a:r>
              <a:rPr lang="id-ID" dirty="0" smtClean="0"/>
              <a:t># </a:t>
            </a:r>
            <a:r>
              <a:rPr lang="id-ID" dirty="0"/>
              <a:t>string float </a:t>
            </a:r>
            <a:r>
              <a:rPr lang="id-ID" dirty="0" smtClean="0"/>
              <a:t>error</a:t>
            </a:r>
          </a:p>
          <a:p>
            <a:pPr marL="0" indent="0">
              <a:buNone/>
            </a:pPr>
            <a:r>
              <a:rPr lang="id-ID" dirty="0" smtClean="0"/>
              <a:t>print(float</a:t>
            </a:r>
            <a:r>
              <a:rPr lang="id-ID" dirty="0"/>
              <a:t>("abc"))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8147" y="144446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dirty="0"/>
              <a:t>Secara sederhana tipe data float ialah tipe data yang digunakan untuk bilangan pecahan</a:t>
            </a:r>
          </a:p>
        </p:txBody>
      </p:sp>
    </p:spTree>
    <p:extLst>
      <p:ext uri="{BB962C8B-B14F-4D97-AF65-F5344CB8AC3E}">
        <p14:creationId xmlns:p14="http://schemas.microsoft.com/office/powerpoint/2010/main" val="96581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Array</a:t>
            </a:r>
            <a:endParaRPr lang="id-ID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9097" y="3116687"/>
            <a:ext cx="7096259" cy="2240924"/>
          </a:xfrm>
          <a:prstGeom prst="rect">
            <a:avLst/>
          </a:prstGeom>
        </p:spPr>
      </p:pic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103576" y="2300906"/>
            <a:ext cx="63786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lang="id-ID" altLang="id-ID" dirty="0">
                <a:latin typeface="Arial" panose="020B0604020202020204" pitchFamily="34" charset="0"/>
              </a:rPr>
              <a:t> </a:t>
            </a:r>
            <a:r>
              <a:rPr lang="id-ID" altLang="id-ID" dirty="0" smtClean="0">
                <a:latin typeface="Arial" panose="020B0604020202020204" pitchFamily="34" charset="0"/>
              </a:rPr>
              <a:t>yaitu</a:t>
            </a:r>
            <a:r>
              <a:rPr kumimoji="0" lang="id-ID" altLang="id-ID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d-ID" altLang="id-ID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membuat variabel biasa,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d-ID" altLang="id-ID" dirty="0" smtClean="0">
                <a:latin typeface="Arial" panose="020B0604020202020204" pitchFamily="34" charset="0"/>
              </a:rPr>
              <a:t>yang</a:t>
            </a:r>
            <a:r>
              <a:rPr kumimoji="0" lang="id-ID" altLang="id-ID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nilainya  </a:t>
            </a:r>
            <a:r>
              <a:rPr kumimoji="0" lang="id-ID" altLang="id-ID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variabelnya diisi dengan tanda kurung siku [ ] </a:t>
            </a:r>
            <a:r>
              <a:rPr kumimoji="0" lang="id-ID" altLang="id-ID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d-ID" altLang="id-ID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66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317</TotalTime>
  <Words>111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Unicode MS</vt:lpstr>
      <vt:lpstr>Arial</vt:lpstr>
      <vt:lpstr>Century Gothic</vt:lpstr>
      <vt:lpstr>Wingdings 3</vt:lpstr>
      <vt:lpstr>Ion Boardroom</vt:lpstr>
      <vt:lpstr>PYTHON </vt:lpstr>
      <vt:lpstr>PowerPoint Presentation</vt:lpstr>
      <vt:lpstr>PowerPoint Presentation</vt:lpstr>
      <vt:lpstr>Def</vt:lpstr>
      <vt:lpstr>float</vt:lpstr>
      <vt:lpstr>Array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10</cp:revision>
  <dcterms:created xsi:type="dcterms:W3CDTF">2019-03-21T14:45:43Z</dcterms:created>
  <dcterms:modified xsi:type="dcterms:W3CDTF">2019-03-23T08:39:39Z</dcterms:modified>
</cp:coreProperties>
</file>